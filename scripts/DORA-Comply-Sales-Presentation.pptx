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266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Comply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Third-Party Risk Management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EU Financial Institutions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Enforcement: January 17, 2025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  |  Register of Information  |  Incident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DORA Compliance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institutions face unprecedented regulatory pressure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vendor assessments take 40+ hours each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of Information requires 15 complex ESA templates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reports due within 4 hours of detection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4th party (subcontractor) risks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5303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 across critical ICT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28016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per vendor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manual compliance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228600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4008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templates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for RoI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329184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4h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4008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for initial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notification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Comply: Your Complete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automation for DORA compliance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platform that automates vendor assessments, generates regulatory reports, and manages ICT incidents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1600200" y="192024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60020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Document Parsing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SOC 2, ISO 27001 reports - AI extracts controls in 60 seconds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73736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434840" y="192024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43484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of Information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Auto-generates all 15 ESA templates with one-click export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7269480" y="192024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26948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19 compliant with 4h/72h/1m deadline tracking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37160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Reduction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11480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Parsing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85800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Document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extracts compliance data in seconds, not hours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Document Types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Type I/II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15544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920240" y="1554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22301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19202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92024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Contracts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19202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52928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7200" y="28529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2834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PDF document (drag and drop)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72968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57200" y="3172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and understands document structure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493008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57200" y="3493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474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controls mapped to DORA articles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13048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57200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3794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Populates vendor profile automatically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33088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57200" y="4133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4114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gaps and risks for review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11887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21208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Information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 objectives and coverage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0352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opinion and exceptions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2148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Certification validity dates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2377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Subservice organizations (4th parties)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Complementary user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03520" y="2834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DORA Article 30 clause mapping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338328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502920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5029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document processing 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of Information (RoI)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15 ESA-mandated templates, auto-populated and export-ready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Article 28(3) requires financial entities to maintain a complete Register of Information for all ICT third-party arrangements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RT.01.01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maintaining RoI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94560" y="15087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194560" y="15819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RT.02.01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7647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Contractual arrangements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31920" y="15087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931920" y="15819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RT.02.02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0" y="17647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arrangements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69280" y="15087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669280" y="15819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RT.02.03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17647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Intragroup arrangements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06640" y="15087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406640" y="15819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RT.03.01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0" y="17647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 service providers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57200" y="21762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RT.03.02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3591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reliance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21031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194560" y="21762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RT.03.03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23591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branches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931920" y="21031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3931920" y="21762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RT.04.01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31920" y="23591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4th party providers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69280" y="21031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5669280" y="21762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RT.05.01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0" y="23591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identification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06640" y="21031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7406640" y="21762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RT.05.02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06640" y="23591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 services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6974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57200" y="27706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RT.06.01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29535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risk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194560" y="26974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2194560" y="27706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RT.07.01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194560" y="29535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using services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931920" y="26974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3931920" y="27706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RT.08.01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31920" y="29535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information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69280" y="26974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5669280" y="27706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RT.99.01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9280" y="29535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lists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406640" y="26974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7406640" y="27706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RT.99.02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06640" y="29535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codes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352044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594360" y="3611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Auto-Population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4360" y="3840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flows from vendor profiles to all 15 templates automatically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337560" y="352044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3474720" y="3611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Export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474720" y="3840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ESA-compliant CSV or Excel files for regulator submission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352044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6355080" y="3611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Engine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55080" y="3840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checks against ESA schema before export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 Incident Reporting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19 compliant with automated deadline tracking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Reporting Deadlines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160020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notification to competent authority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219456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3716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report with root cause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80160" y="278892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37160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 with remediation actions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Levels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94560" y="37947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19456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31920" y="37947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93192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118872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623560" y="1280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15361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suggests incident severity based on impact metrics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196596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623560" y="20574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Templates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2313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forms matching ESA requirements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274320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623560" y="2834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Alerts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23560" y="3090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notifications at critical milestones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0" y="361188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4864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19 Compliant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0" y="4023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regulatory alignment guaranteed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Risk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visibility across your ICT supply chain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Management Capabilities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0352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1618488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55448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vendor registry with risk tiering (Critical/Important/Standard)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530352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548640" y="2029968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48640" y="20299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96596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4th party detection from SOC 2 subservice organizations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530352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48640" y="2441448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48640" y="2441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37744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management with exit strategy tracking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530352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548640" y="2852928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48640" y="28529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78892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expiry monitoring and renewal alerts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530352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548640" y="3264408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48640" y="32644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20040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Cross-framework control mapping (DORA, SOC 2, ISO, NIST)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530352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548640" y="3675888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48640" y="36758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61188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risk scoring with trend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1887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172200" y="1325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HHI concentration index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Geographic risk distribution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point of failure detection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Substitutability assessment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30175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17220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3429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alerts when vendor spend exceeds thresholds defined by your risk appetite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DORA Comply?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for DORA vs. generic GRC platforms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26077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DORA Comply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GRC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Document Parsing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- 60s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ESA RoI Templates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4th Party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DORA Article Mapping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Timeline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4h/72h/1m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Comply</a:t>
            </a:r>
            <a:endParaRPr lang="en-US" sz="1000" dirty="0"/>
          </a:p>
        </p:txBody>
      </p:sp>
      <p:sp>
        <p:nvSpPr>
          <p:cNvPr id="5" name="Text 6"/>
          <p:cNvSpPr/>
          <p:nvPr/>
        </p:nvSpPr>
        <p:spPr>
          <a:xfrm>
            <a:off x="475488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GRC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6656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comparison with leading GRC platforms as of Q4 2024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0" y="1280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DORA Compliance?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14-day free trial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33111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2860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12 months until DORA enforcement - January 17,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4760" y="299466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794760" y="29946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Demo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37261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39090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www.doracomply.eu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Comply - AI-Powered Compliance for EU Financial Institutions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726</Words>
  <Application>Microsoft Office PowerPoint</Application>
  <PresentationFormat>Presentazione su schermo (16:9)</PresentationFormat>
  <Paragraphs>201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DORA Comply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DORA Comply - Sales Presentation</dc:title>
  <dc:subject>AI-Powered Third-Party Risk Management</dc:subject>
  <dc:creator>DORA Comply</dc:creator>
  <cp:lastModifiedBy>Federico Sciuca</cp:lastModifiedBy>
  <cp:revision>2</cp:revision>
  <dcterms:created xsi:type="dcterms:W3CDTF">2026-01-15T15:24:40Z</dcterms:created>
  <dcterms:modified xsi:type="dcterms:W3CDTF">2026-01-15T15:37:43Z</dcterms:modified>
</cp:coreProperties>
</file>